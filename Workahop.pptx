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TurboBot Robo Assembling_Certificat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991601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443200" y="1948323"/>
            <a:ext cx="42387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{{ 1. Full Name}}</a:t>
            </a:r>
            <a:endParaRPr b="1" sz="12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205800" y="2258060"/>
            <a:ext cx="41649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{{ 4. Department / Branch}}</a:t>
            </a:r>
            <a:endParaRPr b="1" sz="12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305075" y="2838302"/>
            <a:ext cx="22620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{{ 8th &amp; 10th Sept 2026}}</a:t>
            </a:r>
            <a:endParaRPr b="1" sz="12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7175" y="3383613"/>
            <a:ext cx="831150" cy="688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0801" y="3249650"/>
            <a:ext cx="1545626" cy="82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 rotWithShape="1">
          <a:blip r:embed="rId6">
            <a:alphaModFix/>
          </a:blip>
          <a:srcRect b="15383" l="0" r="0" t="0"/>
          <a:stretch/>
        </p:blipFill>
        <p:spPr>
          <a:xfrm>
            <a:off x="1948833" y="3016526"/>
            <a:ext cx="1334300" cy="9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